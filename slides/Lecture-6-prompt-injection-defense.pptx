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92" r:id="rId3"/>
    <p:sldId id="293" r:id="rId4"/>
    <p:sldId id="294" r:id="rId5"/>
    <p:sldId id="295" r:id="rId6"/>
    <p:sldId id="273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1668839-2E8C-0545-B309-F0A0FD19D2B7}" v="13" dt="2026-01-25T15:15:46.81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868"/>
    <p:restoredTop sz="94694"/>
  </p:normalViewPr>
  <p:slideViewPr>
    <p:cSldViewPr snapToGrid="0" snapToObjects="1">
      <p:cViewPr>
        <p:scale>
          <a:sx n="112" d="100"/>
          <a:sy n="112" d="100"/>
        </p:scale>
        <p:origin x="456" y="38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Zhenqiang Gong" userId="9505448857_tp_box_2" providerId="OAuth2" clId="{FC2E83A8-103A-51B2-9638-E20E4309FD9B}"/>
    <pc:docChg chg="undo custSel addSld delSld modSld">
      <pc:chgData name="Zhenqiang Gong" userId="9505448857_tp_box_2" providerId="OAuth2" clId="{FC2E83A8-103A-51B2-9638-E20E4309FD9B}" dt="2026-01-25T15:16:23.723" v="935" actId="20577"/>
      <pc:docMkLst>
        <pc:docMk/>
      </pc:docMkLst>
      <pc:sldChg chg="modSp mod">
        <pc:chgData name="Zhenqiang Gong" userId="9505448857_tp_box_2" providerId="OAuth2" clId="{FC2E83A8-103A-51B2-9638-E20E4309FD9B}" dt="2026-01-25T15:08:13.727" v="314" actId="20577"/>
        <pc:sldMkLst>
          <pc:docMk/>
          <pc:sldMk cId="1874073698" sldId="256"/>
        </pc:sldMkLst>
        <pc:spChg chg="mod">
          <ac:chgData name="Zhenqiang Gong" userId="9505448857_tp_box_2" providerId="OAuth2" clId="{FC2E83A8-103A-51B2-9638-E20E4309FD9B}" dt="2026-01-25T15:08:09.026" v="298" actId="20577"/>
          <ac:spMkLst>
            <pc:docMk/>
            <pc:sldMk cId="1874073698" sldId="256"/>
            <ac:spMk id="2" creationId="{00000000-0000-0000-0000-000000000000}"/>
          </ac:spMkLst>
        </pc:spChg>
        <pc:spChg chg="mod">
          <ac:chgData name="Zhenqiang Gong" userId="9505448857_tp_box_2" providerId="OAuth2" clId="{FC2E83A8-103A-51B2-9638-E20E4309FD9B}" dt="2026-01-25T15:08:13.727" v="314" actId="20577"/>
          <ac:spMkLst>
            <pc:docMk/>
            <pc:sldMk cId="1874073698" sldId="256"/>
            <ac:spMk id="3" creationId="{00000000-0000-0000-0000-000000000000}"/>
          </ac:spMkLst>
        </pc:spChg>
      </pc:sldChg>
      <pc:sldChg chg="modSp add mod">
        <pc:chgData name="Zhenqiang Gong" userId="9505448857_tp_box_2" providerId="OAuth2" clId="{FC2E83A8-103A-51B2-9638-E20E4309FD9B}" dt="2026-01-25T15:16:02.898" v="933" actId="20577"/>
        <pc:sldMkLst>
          <pc:docMk/>
          <pc:sldMk cId="0" sldId="273"/>
        </pc:sldMkLst>
        <pc:spChg chg="mod">
          <ac:chgData name="Zhenqiang Gong" userId="9505448857_tp_box_2" providerId="OAuth2" clId="{FC2E83A8-103A-51B2-9638-E20E4309FD9B}" dt="2026-01-25T15:16:02.898" v="933" actId="20577"/>
          <ac:spMkLst>
            <pc:docMk/>
            <pc:sldMk cId="0" sldId="273"/>
            <ac:spMk id="614" creationId="{00000000-0000-0000-0000-000000000000}"/>
          </ac:spMkLst>
        </pc:spChg>
      </pc:sldChg>
      <pc:sldChg chg="modSp mod modAnim">
        <pc:chgData name="Zhenqiang Gong" userId="9505448857_tp_box_2" providerId="OAuth2" clId="{FC2E83A8-103A-51B2-9638-E20E4309FD9B}" dt="2026-01-25T15:16:23.723" v="935" actId="20577"/>
        <pc:sldMkLst>
          <pc:docMk/>
          <pc:sldMk cId="1151021240" sldId="292"/>
        </pc:sldMkLst>
        <pc:spChg chg="mod">
          <ac:chgData name="Zhenqiang Gong" userId="9505448857_tp_box_2" providerId="OAuth2" clId="{FC2E83A8-103A-51B2-9638-E20E4309FD9B}" dt="2026-01-25T15:16:23.723" v="935" actId="20577"/>
          <ac:spMkLst>
            <pc:docMk/>
            <pc:sldMk cId="1151021240" sldId="292"/>
            <ac:spMk id="2" creationId="{BED0F237-C678-D44B-B341-82CD903EBF8A}"/>
          </ac:spMkLst>
        </pc:spChg>
        <pc:spChg chg="mod">
          <ac:chgData name="Zhenqiang Gong" userId="9505448857_tp_box_2" providerId="OAuth2" clId="{FC2E83A8-103A-51B2-9638-E20E4309FD9B}" dt="2026-01-25T15:09:37.289" v="534" actId="20577"/>
          <ac:spMkLst>
            <pc:docMk/>
            <pc:sldMk cId="1151021240" sldId="292"/>
            <ac:spMk id="3" creationId="{B84665A1-8703-984D-B136-0A8E87D85C7C}"/>
          </ac:spMkLst>
        </pc:spChg>
      </pc:sldChg>
      <pc:sldChg chg="modSp new mod modAnim">
        <pc:chgData name="Zhenqiang Gong" userId="9505448857_tp_box_2" providerId="OAuth2" clId="{FC2E83A8-103A-51B2-9638-E20E4309FD9B}" dt="2026-01-25T15:10:50.780" v="604"/>
        <pc:sldMkLst>
          <pc:docMk/>
          <pc:sldMk cId="989141197" sldId="293"/>
        </pc:sldMkLst>
        <pc:spChg chg="mod">
          <ac:chgData name="Zhenqiang Gong" userId="9505448857_tp_box_2" providerId="OAuth2" clId="{FC2E83A8-103A-51B2-9638-E20E4309FD9B}" dt="2026-01-25T15:10:01.815" v="546" actId="20577"/>
          <ac:spMkLst>
            <pc:docMk/>
            <pc:sldMk cId="989141197" sldId="293"/>
            <ac:spMk id="2" creationId="{ACFA03D4-59DE-E25B-C2A1-4E7A5221BCD5}"/>
          </ac:spMkLst>
        </pc:spChg>
        <pc:spChg chg="mod">
          <ac:chgData name="Zhenqiang Gong" userId="9505448857_tp_box_2" providerId="OAuth2" clId="{FC2E83A8-103A-51B2-9638-E20E4309FD9B}" dt="2026-01-25T15:10:41.270" v="603" actId="20577"/>
          <ac:spMkLst>
            <pc:docMk/>
            <pc:sldMk cId="989141197" sldId="293"/>
            <ac:spMk id="3" creationId="{45182364-7837-2A48-2D07-A74A990D42E5}"/>
          </ac:spMkLst>
        </pc:spChg>
      </pc:sldChg>
      <pc:sldChg chg="del">
        <pc:chgData name="Zhenqiang Gong" userId="9505448857_tp_box_2" providerId="OAuth2" clId="{FC2E83A8-103A-51B2-9638-E20E4309FD9B}" dt="2026-01-25T15:09:54.357" v="535" actId="2696"/>
        <pc:sldMkLst>
          <pc:docMk/>
          <pc:sldMk cId="2285712524" sldId="293"/>
        </pc:sldMkLst>
      </pc:sldChg>
      <pc:sldChg chg="modSp new mod modAnim">
        <pc:chgData name="Zhenqiang Gong" userId="9505448857_tp_box_2" providerId="OAuth2" clId="{FC2E83A8-103A-51B2-9638-E20E4309FD9B}" dt="2026-01-25T15:13:09.011" v="690"/>
        <pc:sldMkLst>
          <pc:docMk/>
          <pc:sldMk cId="3886361940" sldId="294"/>
        </pc:sldMkLst>
        <pc:spChg chg="mod">
          <ac:chgData name="Zhenqiang Gong" userId="9505448857_tp_box_2" providerId="OAuth2" clId="{FC2E83A8-103A-51B2-9638-E20E4309FD9B}" dt="2026-01-25T15:11:33.643" v="628" actId="20577"/>
          <ac:spMkLst>
            <pc:docMk/>
            <pc:sldMk cId="3886361940" sldId="294"/>
            <ac:spMk id="2" creationId="{865D8DAB-4912-7637-B637-90E05883D8A1}"/>
          </ac:spMkLst>
        </pc:spChg>
        <pc:spChg chg="mod">
          <ac:chgData name="Zhenqiang Gong" userId="9505448857_tp_box_2" providerId="OAuth2" clId="{FC2E83A8-103A-51B2-9638-E20E4309FD9B}" dt="2026-01-25T15:13:05.079" v="689" actId="20577"/>
          <ac:spMkLst>
            <pc:docMk/>
            <pc:sldMk cId="3886361940" sldId="294"/>
            <ac:spMk id="3" creationId="{A733B257-44D1-BEC1-85EE-C2CB2A145214}"/>
          </ac:spMkLst>
        </pc:spChg>
      </pc:sldChg>
      <pc:sldChg chg="modSp new mod">
        <pc:chgData name="Zhenqiang Gong" userId="9505448857_tp_box_2" providerId="OAuth2" clId="{FC2E83A8-103A-51B2-9638-E20E4309FD9B}" dt="2026-01-25T15:14:35.265" v="896" actId="20577"/>
        <pc:sldMkLst>
          <pc:docMk/>
          <pc:sldMk cId="1362827097" sldId="295"/>
        </pc:sldMkLst>
        <pc:spChg chg="mod">
          <ac:chgData name="Zhenqiang Gong" userId="9505448857_tp_box_2" providerId="OAuth2" clId="{FC2E83A8-103A-51B2-9638-E20E4309FD9B}" dt="2026-01-25T15:13:18.242" v="706" actId="20577"/>
          <ac:spMkLst>
            <pc:docMk/>
            <pc:sldMk cId="1362827097" sldId="295"/>
            <ac:spMk id="2" creationId="{7D1B64C7-6280-9289-4707-6882F66C84CE}"/>
          </ac:spMkLst>
        </pc:spChg>
        <pc:spChg chg="mod">
          <ac:chgData name="Zhenqiang Gong" userId="9505448857_tp_box_2" providerId="OAuth2" clId="{FC2E83A8-103A-51B2-9638-E20E4309FD9B}" dt="2026-01-25T15:14:35.265" v="896" actId="20577"/>
          <ac:spMkLst>
            <pc:docMk/>
            <pc:sldMk cId="1362827097" sldId="295"/>
            <ac:spMk id="3" creationId="{E18C7291-7097-D6C9-56F0-86E7D2EB51D9}"/>
          </ac:spMkLst>
        </pc:spChg>
      </pc:sldChg>
      <pc:sldChg chg="addSp delSp modSp new del mod">
        <pc:chgData name="Zhenqiang Gong" userId="9505448857_tp_box_2" providerId="OAuth2" clId="{FC2E83A8-103A-51B2-9638-E20E4309FD9B}" dt="2026-01-25T15:09:54.357" v="535" actId="2696"/>
        <pc:sldMkLst>
          <pc:docMk/>
          <pc:sldMk cId="3288593177" sldId="295"/>
        </pc:sldMkLst>
      </pc:sldChg>
      <pc:sldChg chg="addSp delSp modSp new del mod">
        <pc:chgData name="Zhenqiang Gong" userId="9505448857_tp_box_2" providerId="OAuth2" clId="{FC2E83A8-103A-51B2-9638-E20E4309FD9B}" dt="2026-01-25T15:15:53.184" v="917" actId="2696"/>
        <pc:sldMkLst>
          <pc:docMk/>
          <pc:sldMk cId="615936152" sldId="296"/>
        </pc:sldMkLst>
        <pc:spChg chg="mod">
          <ac:chgData name="Zhenqiang Gong" userId="9505448857_tp_box_2" providerId="OAuth2" clId="{FC2E83A8-103A-51B2-9638-E20E4309FD9B}" dt="2026-01-25T15:15:04.505" v="913" actId="20577"/>
          <ac:spMkLst>
            <pc:docMk/>
            <pc:sldMk cId="615936152" sldId="296"/>
            <ac:spMk id="2" creationId="{E2683B30-6656-458D-12D5-D886F55689A7}"/>
          </ac:spMkLst>
        </pc:spChg>
        <pc:spChg chg="del">
          <ac:chgData name="Zhenqiang Gong" userId="9505448857_tp_box_2" providerId="OAuth2" clId="{FC2E83A8-103A-51B2-9638-E20E4309FD9B}" dt="2026-01-25T15:15:32.766" v="914" actId="478"/>
          <ac:spMkLst>
            <pc:docMk/>
            <pc:sldMk cId="615936152" sldId="296"/>
            <ac:spMk id="3" creationId="{C900ADC8-891E-8F45-3781-21F698916A03}"/>
          </ac:spMkLst>
        </pc:spChg>
        <pc:spChg chg="add mod">
          <ac:chgData name="Zhenqiang Gong" userId="9505448857_tp_box_2" providerId="OAuth2" clId="{FC2E83A8-103A-51B2-9638-E20E4309FD9B}" dt="2026-01-25T15:15:33.157" v="915"/>
          <ac:spMkLst>
            <pc:docMk/>
            <pc:sldMk cId="615936152" sldId="296"/>
            <ac:spMk id="9" creationId="{9DB0D2E8-E53A-BD22-1034-3BD5D59AC2D8}"/>
          </ac:spMkLst>
        </pc:spChg>
        <pc:spChg chg="add mod">
          <ac:chgData name="Zhenqiang Gong" userId="9505448857_tp_box_2" providerId="OAuth2" clId="{FC2E83A8-103A-51B2-9638-E20E4309FD9B}" dt="2026-01-25T15:15:33.157" v="915"/>
          <ac:spMkLst>
            <pc:docMk/>
            <pc:sldMk cId="615936152" sldId="296"/>
            <ac:spMk id="10" creationId="{96458E88-22D5-3E6D-6AFB-425C922F5222}"/>
          </ac:spMkLst>
        </pc:spChg>
        <pc:spChg chg="add mod">
          <ac:chgData name="Zhenqiang Gong" userId="9505448857_tp_box_2" providerId="OAuth2" clId="{FC2E83A8-103A-51B2-9638-E20E4309FD9B}" dt="2026-01-25T15:15:33.157" v="915"/>
          <ac:spMkLst>
            <pc:docMk/>
            <pc:sldMk cId="615936152" sldId="296"/>
            <ac:spMk id="11" creationId="{F703C342-8220-807C-8EDD-9C781C4055CE}"/>
          </ac:spMkLst>
        </pc:spChg>
        <pc:spChg chg="add mod">
          <ac:chgData name="Zhenqiang Gong" userId="9505448857_tp_box_2" providerId="OAuth2" clId="{FC2E83A8-103A-51B2-9638-E20E4309FD9B}" dt="2026-01-25T15:15:33.157" v="915"/>
          <ac:spMkLst>
            <pc:docMk/>
            <pc:sldMk cId="615936152" sldId="296"/>
            <ac:spMk id="12" creationId="{24B42B38-9D78-024F-27BE-8B0688716B44}"/>
          </ac:spMkLst>
        </pc:spChg>
        <pc:spChg chg="add mod">
          <ac:chgData name="Zhenqiang Gong" userId="9505448857_tp_box_2" providerId="OAuth2" clId="{FC2E83A8-103A-51B2-9638-E20E4309FD9B}" dt="2026-01-25T15:15:33.157" v="915"/>
          <ac:spMkLst>
            <pc:docMk/>
            <pc:sldMk cId="615936152" sldId="296"/>
            <ac:spMk id="13" creationId="{2F70B88D-AD94-7180-0237-60291B32A9AE}"/>
          </ac:spMkLst>
        </pc:spChg>
        <pc:spChg chg="add mod">
          <ac:chgData name="Zhenqiang Gong" userId="9505448857_tp_box_2" providerId="OAuth2" clId="{FC2E83A8-103A-51B2-9638-E20E4309FD9B}" dt="2026-01-25T15:15:33.157" v="915"/>
          <ac:spMkLst>
            <pc:docMk/>
            <pc:sldMk cId="615936152" sldId="296"/>
            <ac:spMk id="14" creationId="{B0458CE4-CD67-9085-9171-BDB7069EDAD3}"/>
          </ac:spMkLst>
        </pc:spChg>
        <pc:spChg chg="add mod">
          <ac:chgData name="Zhenqiang Gong" userId="9505448857_tp_box_2" providerId="OAuth2" clId="{FC2E83A8-103A-51B2-9638-E20E4309FD9B}" dt="2026-01-25T15:15:33.157" v="915"/>
          <ac:spMkLst>
            <pc:docMk/>
            <pc:sldMk cId="615936152" sldId="296"/>
            <ac:spMk id="15" creationId="{36A5283E-76B2-BD14-1FA2-869DCE765C10}"/>
          </ac:spMkLst>
        </pc:spChg>
        <pc:spChg chg="add mod">
          <ac:chgData name="Zhenqiang Gong" userId="9505448857_tp_box_2" providerId="OAuth2" clId="{FC2E83A8-103A-51B2-9638-E20E4309FD9B}" dt="2026-01-25T15:15:33.157" v="915"/>
          <ac:spMkLst>
            <pc:docMk/>
            <pc:sldMk cId="615936152" sldId="296"/>
            <ac:spMk id="16" creationId="{D50A829A-7EAB-30ED-7222-8F94FF75DABE}"/>
          </ac:spMkLst>
        </pc:spChg>
        <pc:spChg chg="add mod">
          <ac:chgData name="Zhenqiang Gong" userId="9505448857_tp_box_2" providerId="OAuth2" clId="{FC2E83A8-103A-51B2-9638-E20E4309FD9B}" dt="2026-01-25T15:15:33.157" v="915"/>
          <ac:spMkLst>
            <pc:docMk/>
            <pc:sldMk cId="615936152" sldId="296"/>
            <ac:spMk id="18" creationId="{624265DF-8925-0177-4476-93352B2FE6BE}"/>
          </ac:spMkLst>
        </pc:spChg>
        <pc:spChg chg="add mod">
          <ac:chgData name="Zhenqiang Gong" userId="9505448857_tp_box_2" providerId="OAuth2" clId="{FC2E83A8-103A-51B2-9638-E20E4309FD9B}" dt="2026-01-25T15:15:33.157" v="915"/>
          <ac:spMkLst>
            <pc:docMk/>
            <pc:sldMk cId="615936152" sldId="296"/>
            <ac:spMk id="19" creationId="{D46314CA-0953-2EB8-C9B8-787FED84910B}"/>
          </ac:spMkLst>
        </pc:spChg>
      </pc:sldChg>
      <pc:sldChg chg="addSp delSp modSp new del mod">
        <pc:chgData name="Zhenqiang Gong" userId="9505448857_tp_box_2" providerId="OAuth2" clId="{FC2E83A8-103A-51B2-9638-E20E4309FD9B}" dt="2026-01-25T15:09:54.357" v="535" actId="2696"/>
        <pc:sldMkLst>
          <pc:docMk/>
          <pc:sldMk cId="1728102732" sldId="296"/>
        </pc:sldMkLst>
      </pc:sldChg>
      <pc:sldChg chg="addSp delSp modSp new del mod">
        <pc:chgData name="Zhenqiang Gong" userId="9505448857_tp_box_2" providerId="OAuth2" clId="{FC2E83A8-103A-51B2-9638-E20E4309FD9B}" dt="2026-01-25T15:09:54.357" v="535" actId="2696"/>
        <pc:sldMkLst>
          <pc:docMk/>
          <pc:sldMk cId="4165197176" sldId="297"/>
        </pc:sldMkLst>
      </pc:sldChg>
      <pc:sldChg chg="modSp new del mod">
        <pc:chgData name="Zhenqiang Gong" userId="9505448857_tp_box_2" providerId="OAuth2" clId="{FC2E83A8-103A-51B2-9638-E20E4309FD9B}" dt="2026-01-25T15:09:54.357" v="535" actId="2696"/>
        <pc:sldMkLst>
          <pc:docMk/>
          <pc:sldMk cId="2352030330" sldId="298"/>
        </pc:sldMkLst>
      </pc:sldChg>
      <pc:sldChg chg="modSp new del mod">
        <pc:chgData name="Zhenqiang Gong" userId="9505448857_tp_box_2" providerId="OAuth2" clId="{FC2E83A8-103A-51B2-9638-E20E4309FD9B}" dt="2026-01-25T15:09:54.357" v="535" actId="2696"/>
        <pc:sldMkLst>
          <pc:docMk/>
          <pc:sldMk cId="3341535362" sldId="299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813F32B-2356-8B4A-9164-C3DA481C0CCA}" type="datetimeFigureOut">
              <a:rPr lang="en-US" smtClean="0"/>
              <a:t>1/25/26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09A92B7-4C21-1F46-8FEA-6659CDA86A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36310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1" name="Google Shape;611;g382283e3cb4_0_2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2" name="Google Shape;612;g382283e3cb4_0_2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C1F5AD-170E-484C-B8A8-9A522EB79C07}" type="datetimeFigureOut">
              <a:rPr lang="en-US" smtClean="0"/>
              <a:t>1/25/26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2047E-58B1-3241-B9A8-21C7611856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76786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C1F5AD-170E-484C-B8A8-9A522EB79C07}" type="datetimeFigureOut">
              <a:rPr lang="en-US" smtClean="0"/>
              <a:t>1/25/26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2047E-58B1-3241-B9A8-21C7611856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47326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C1F5AD-170E-484C-B8A8-9A522EB79C07}" type="datetimeFigureOut">
              <a:rPr lang="en-US" smtClean="0"/>
              <a:t>1/25/26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2047E-58B1-3241-B9A8-21C7611856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96534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C1F5AD-170E-484C-B8A8-9A522EB79C07}" type="datetimeFigureOut">
              <a:rPr lang="en-US" smtClean="0"/>
              <a:t>1/25/26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2047E-58B1-3241-B9A8-21C7611856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09381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C1F5AD-170E-484C-B8A8-9A522EB79C07}" type="datetimeFigureOut">
              <a:rPr lang="en-US" smtClean="0"/>
              <a:t>1/25/26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2047E-58B1-3241-B9A8-21C7611856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74858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C1F5AD-170E-484C-B8A8-9A522EB79C07}" type="datetimeFigureOut">
              <a:rPr lang="en-US" smtClean="0"/>
              <a:t>1/25/26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2047E-58B1-3241-B9A8-21C7611856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40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C1F5AD-170E-484C-B8A8-9A522EB79C07}" type="datetimeFigureOut">
              <a:rPr lang="en-US" smtClean="0"/>
              <a:t>1/25/26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2047E-58B1-3241-B9A8-21C7611856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41700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C1F5AD-170E-484C-B8A8-9A522EB79C07}" type="datetimeFigureOut">
              <a:rPr lang="en-US" smtClean="0"/>
              <a:t>1/25/26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2047E-58B1-3241-B9A8-21C7611856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31020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C1F5AD-170E-484C-B8A8-9A522EB79C07}" type="datetimeFigureOut">
              <a:rPr lang="en-US" smtClean="0"/>
              <a:t>1/25/26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2047E-58B1-3241-B9A8-21C7611856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26665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C1F5AD-170E-484C-B8A8-9A522EB79C07}" type="datetimeFigureOut">
              <a:rPr lang="en-US" smtClean="0"/>
              <a:t>1/25/26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2047E-58B1-3241-B9A8-21C7611856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53331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C1F5AD-170E-484C-B8A8-9A522EB79C07}" type="datetimeFigureOut">
              <a:rPr lang="en-US" smtClean="0"/>
              <a:t>1/25/26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2047E-58B1-3241-B9A8-21C7611856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4152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3C1F5AD-170E-484C-B8A8-9A522EB79C07}" type="datetimeFigureOut">
              <a:rPr lang="en-US" smtClean="0"/>
              <a:t>1/25/26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782047E-58B1-3241-B9A8-21C7611856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85268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122363"/>
            <a:ext cx="12192000" cy="2387600"/>
          </a:xfrm>
        </p:spPr>
        <p:txBody>
          <a:bodyPr>
            <a:normAutofit/>
          </a:bodyPr>
          <a:lstStyle/>
          <a:p>
            <a:r>
              <a:rPr lang="en-US" dirty="0"/>
              <a:t>Defenses against Prompt Injection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Neil Gong</a:t>
            </a:r>
          </a:p>
          <a:p>
            <a:r>
              <a:rPr lang="en-US" dirty="0"/>
              <a:t>Duke University</a:t>
            </a:r>
          </a:p>
        </p:txBody>
      </p:sp>
    </p:spTree>
    <p:extLst>
      <p:ext uri="{BB962C8B-B14F-4D97-AF65-F5344CB8AC3E}">
        <p14:creationId xmlns:p14="http://schemas.microsoft.com/office/powerpoint/2010/main" val="18740736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D0F237-C678-D44B-B341-82CD903EBF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General strategy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4665A1-8703-984D-B136-0A8E87D85C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Prevention</a:t>
            </a:r>
          </a:p>
          <a:p>
            <a:pPr lvl="1"/>
            <a:r>
              <a:rPr lang="en-US" dirty="0"/>
              <a:t>Re-design LLM systems to ensure correctness under attacks</a:t>
            </a:r>
          </a:p>
          <a:p>
            <a:endParaRPr lang="en-US" dirty="0"/>
          </a:p>
          <a:p>
            <a:r>
              <a:rPr lang="en-US" dirty="0"/>
              <a:t>Detection</a:t>
            </a:r>
          </a:p>
          <a:p>
            <a:pPr lvl="1"/>
            <a:r>
              <a:rPr lang="en-US" dirty="0"/>
              <a:t>Detect attacks at runtime</a:t>
            </a:r>
          </a:p>
          <a:p>
            <a:pPr marL="457200" lvl="1" indent="0">
              <a:buNone/>
            </a:pPr>
            <a:endParaRPr lang="en-US" dirty="0"/>
          </a:p>
          <a:p>
            <a:r>
              <a:rPr lang="en-US" dirty="0"/>
              <a:t>Localization</a:t>
            </a:r>
          </a:p>
          <a:p>
            <a:pPr lvl="1"/>
            <a:r>
              <a:rPr lang="en-US" dirty="0"/>
              <a:t>Localize attacks</a:t>
            </a:r>
          </a:p>
          <a:p>
            <a:pPr lvl="1"/>
            <a:r>
              <a:rPr lang="en-US" dirty="0"/>
              <a:t>Forensic analysis</a:t>
            </a:r>
          </a:p>
          <a:p>
            <a:pPr lvl="1"/>
            <a:r>
              <a:rPr lang="en-US" dirty="0"/>
              <a:t>Recovery</a:t>
            </a:r>
          </a:p>
        </p:txBody>
      </p:sp>
    </p:spTree>
    <p:extLst>
      <p:ext uri="{BB962C8B-B14F-4D97-AF65-F5344CB8AC3E}">
        <p14:creationId xmlns:p14="http://schemas.microsoft.com/office/powerpoint/2010/main" val="11510212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FA03D4-59DE-E25B-C2A1-4E7A5221BC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Prevention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182364-7837-2A48-2D07-A74A990D42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Prompt engineering</a:t>
            </a:r>
          </a:p>
          <a:p>
            <a:endParaRPr lang="en-US" dirty="0"/>
          </a:p>
          <a:p>
            <a:r>
              <a:rPr lang="en-US" dirty="0"/>
              <a:t>Fine-tuning LLM</a:t>
            </a:r>
          </a:p>
          <a:p>
            <a:endParaRPr lang="en-US" dirty="0"/>
          </a:p>
          <a:p>
            <a:r>
              <a:rPr lang="en-US" dirty="0"/>
              <a:t>Secure inference</a:t>
            </a:r>
          </a:p>
        </p:txBody>
      </p:sp>
    </p:spTree>
    <p:extLst>
      <p:ext uri="{BB962C8B-B14F-4D97-AF65-F5344CB8AC3E}">
        <p14:creationId xmlns:p14="http://schemas.microsoft.com/office/powerpoint/2010/main" val="9891411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5D8DAB-4912-7637-B637-90E05883D8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Prompt engineering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33B257-44D1-BEC1-85EE-C2CB2A1452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Paraphrasing</a:t>
            </a:r>
          </a:p>
          <a:p>
            <a:endParaRPr lang="en-US" dirty="0"/>
          </a:p>
          <a:p>
            <a:r>
              <a:rPr lang="en-US" dirty="0"/>
              <a:t>Delimiters</a:t>
            </a:r>
          </a:p>
          <a:p>
            <a:endParaRPr lang="en-US" dirty="0"/>
          </a:p>
          <a:p>
            <a:r>
              <a:rPr lang="en-US" dirty="0"/>
              <a:t>Sandwich prevention</a:t>
            </a:r>
          </a:p>
          <a:p>
            <a:pPr lvl="1"/>
            <a:r>
              <a:rPr lang="en-US" dirty="0"/>
              <a:t>E.g., append the following prompt to the data: “Remember, your task is to [instruction prompt]”.</a:t>
            </a:r>
          </a:p>
        </p:txBody>
      </p:sp>
    </p:spTree>
    <p:extLst>
      <p:ext uri="{BB962C8B-B14F-4D97-AF65-F5344CB8AC3E}">
        <p14:creationId xmlns:p14="http://schemas.microsoft.com/office/powerpoint/2010/main" val="38863619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1B64C7-6280-9289-4707-6882F66C84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Fine-tuning LLM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8C7291-7097-D6C9-56F0-86E7D2EB51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Consider attacks during fine-tuning</a:t>
            </a:r>
          </a:p>
          <a:p>
            <a:endParaRPr lang="en-US" dirty="0"/>
          </a:p>
          <a:p>
            <a:r>
              <a:rPr lang="en-US" dirty="0"/>
              <a:t>Use attacks to construct contaminated data samples, but LLM still follows the intended instruction to output the ground-truth response</a:t>
            </a:r>
          </a:p>
        </p:txBody>
      </p:sp>
    </p:spTree>
    <p:extLst>
      <p:ext uri="{BB962C8B-B14F-4D97-AF65-F5344CB8AC3E}">
        <p14:creationId xmlns:p14="http://schemas.microsoft.com/office/powerpoint/2010/main" val="13628270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" name="Google Shape;614;p67"/>
          <p:cNvSpPr txBox="1">
            <a:spLocks noGrp="1"/>
          </p:cNvSpPr>
          <p:nvPr>
            <p:ph type="title"/>
          </p:nvPr>
        </p:nvSpPr>
        <p:spPr>
          <a:xfrm>
            <a:off x="0" y="365125"/>
            <a:ext cx="12192000" cy="1325600"/>
          </a:xfrm>
          <a:prstGeom prst="rect">
            <a:avLst/>
          </a:prstGeom>
        </p:spPr>
        <p:txBody>
          <a:bodyPr spcFirstLastPara="1" vert="horz" wrap="square" lIns="83817" tIns="41892" rIns="83817" bIns="41892" rtlCol="0" anchor="ctr" anchorCtr="0">
            <a:normAutofit/>
          </a:bodyPr>
          <a:lstStyle/>
          <a:p>
            <a:pPr algn="ctr">
              <a:spcBef>
                <a:spcPts val="0"/>
              </a:spcBef>
            </a:pPr>
            <a:r>
              <a:rPr lang="en" dirty="0"/>
              <a:t>Secure Inference</a:t>
            </a:r>
            <a:endParaRPr dirty="0"/>
          </a:p>
        </p:txBody>
      </p:sp>
      <p:sp>
        <p:nvSpPr>
          <p:cNvPr id="615" name="Google Shape;615;p67"/>
          <p:cNvSpPr txBox="1"/>
          <p:nvPr/>
        </p:nvSpPr>
        <p:spPr>
          <a:xfrm>
            <a:off x="535839" y="5772256"/>
            <a:ext cx="9281700" cy="3744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1742" tIns="55858" rIns="111742" bIns="55858" anchor="t" anchorCtr="0">
            <a:spAutoFit/>
          </a:bodyPr>
          <a:lstStyle/>
          <a:p>
            <a:r>
              <a:rPr lang="en" sz="1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Liu et al. “SecInfer: Preventing Prompt Injection via Inference-time Scaling”. </a:t>
            </a:r>
            <a:r>
              <a:rPr lang="en" sz="1700" i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arXiv, 2025</a:t>
            </a:r>
            <a:r>
              <a:rPr lang="en" sz="1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6" name="Google Shape;616;p67"/>
          <p:cNvSpPr/>
          <p:nvPr/>
        </p:nvSpPr>
        <p:spPr>
          <a:xfrm>
            <a:off x="1426634" y="3400220"/>
            <a:ext cx="1293300" cy="708200"/>
          </a:xfrm>
          <a:prstGeom prst="roundRect">
            <a:avLst>
              <a:gd name="adj" fmla="val 16667"/>
            </a:avLst>
          </a:prstGeom>
          <a:solidFill>
            <a:srgbClr val="ECB66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endParaRPr sz="16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7" name="Google Shape;617;p67"/>
          <p:cNvSpPr txBox="1"/>
          <p:nvPr/>
        </p:nvSpPr>
        <p:spPr>
          <a:xfrm>
            <a:off x="1443195" y="3569643"/>
            <a:ext cx="1273500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/>
            <a:r>
              <a:rPr lang="en" sz="16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Prompt</a:t>
            </a:r>
            <a:endParaRPr sz="1400"/>
          </a:p>
        </p:txBody>
      </p:sp>
      <p:sp>
        <p:nvSpPr>
          <p:cNvPr id="618" name="Google Shape;618;p67"/>
          <p:cNvSpPr/>
          <p:nvPr/>
        </p:nvSpPr>
        <p:spPr>
          <a:xfrm>
            <a:off x="2726576" y="3682480"/>
            <a:ext cx="596100" cy="143700"/>
          </a:xfrm>
          <a:prstGeom prst="rightArrow">
            <a:avLst>
              <a:gd name="adj1" fmla="val 30191"/>
              <a:gd name="adj2" fmla="val 50000"/>
            </a:avLst>
          </a:prstGeom>
          <a:solidFill>
            <a:srgbClr val="A5A5A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endParaRPr sz="16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9" name="Google Shape;619;p67"/>
          <p:cNvSpPr/>
          <p:nvPr/>
        </p:nvSpPr>
        <p:spPr>
          <a:xfrm>
            <a:off x="3322196" y="3182180"/>
            <a:ext cx="2215400" cy="1144300"/>
          </a:xfrm>
          <a:prstGeom prst="roundRect">
            <a:avLst>
              <a:gd name="adj" fmla="val 16667"/>
            </a:avLst>
          </a:prstGeom>
          <a:solidFill>
            <a:srgbClr val="DBCB9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endParaRPr sz="16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0" name="Google Shape;620;p67"/>
          <p:cNvSpPr txBox="1"/>
          <p:nvPr/>
        </p:nvSpPr>
        <p:spPr>
          <a:xfrm>
            <a:off x="3486059" y="3427652"/>
            <a:ext cx="1881300" cy="584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/>
            <a:r>
              <a:rPr lang="en" sz="16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System-Prompt-Guided Sampling</a:t>
            </a:r>
            <a:endParaRPr sz="1400" dirty="0"/>
          </a:p>
        </p:txBody>
      </p:sp>
      <p:sp>
        <p:nvSpPr>
          <p:cNvPr id="621" name="Google Shape;621;p67"/>
          <p:cNvSpPr/>
          <p:nvPr/>
        </p:nvSpPr>
        <p:spPr>
          <a:xfrm rot="-294481">
            <a:off x="5534620" y="3182185"/>
            <a:ext cx="1499599" cy="143628"/>
          </a:xfrm>
          <a:prstGeom prst="rightArrow">
            <a:avLst>
              <a:gd name="adj1" fmla="val 30191"/>
              <a:gd name="adj2" fmla="val 50000"/>
            </a:avLst>
          </a:prstGeom>
          <a:solidFill>
            <a:srgbClr val="A5A5A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endParaRPr sz="16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2" name="Google Shape;622;p67"/>
          <p:cNvSpPr/>
          <p:nvPr/>
        </p:nvSpPr>
        <p:spPr>
          <a:xfrm rot="-152500">
            <a:off x="5543774" y="3534074"/>
            <a:ext cx="1499575" cy="143643"/>
          </a:xfrm>
          <a:prstGeom prst="rightArrow">
            <a:avLst>
              <a:gd name="adj1" fmla="val 30191"/>
              <a:gd name="adj2" fmla="val 50000"/>
            </a:avLst>
          </a:prstGeom>
          <a:solidFill>
            <a:srgbClr val="A5A5A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endParaRPr sz="16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3" name="Google Shape;623;p67"/>
          <p:cNvSpPr/>
          <p:nvPr/>
        </p:nvSpPr>
        <p:spPr>
          <a:xfrm rot="294481">
            <a:off x="5534616" y="4190576"/>
            <a:ext cx="1499599" cy="143628"/>
          </a:xfrm>
          <a:prstGeom prst="rightArrow">
            <a:avLst>
              <a:gd name="adj1" fmla="val 30191"/>
              <a:gd name="adj2" fmla="val 50000"/>
            </a:avLst>
          </a:prstGeom>
          <a:solidFill>
            <a:srgbClr val="A5A5A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endParaRPr sz="16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4" name="Google Shape;624;p67"/>
          <p:cNvSpPr txBox="1"/>
          <p:nvPr/>
        </p:nvSpPr>
        <p:spPr>
          <a:xfrm>
            <a:off x="5638504" y="3622497"/>
            <a:ext cx="1273500" cy="4154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>
              <a:lnSpc>
                <a:spcPct val="50000"/>
              </a:lnSpc>
            </a:pPr>
            <a:r>
              <a:rPr lang="en" sz="14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400"/>
          </a:p>
          <a:p>
            <a:pPr algn="ctr">
              <a:lnSpc>
                <a:spcPct val="50000"/>
              </a:lnSpc>
            </a:pPr>
            <a:r>
              <a:rPr lang="en" sz="14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400"/>
          </a:p>
          <a:p>
            <a:pPr algn="ctr">
              <a:lnSpc>
                <a:spcPct val="50000"/>
              </a:lnSpc>
            </a:pPr>
            <a:r>
              <a:rPr lang="en" sz="14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400"/>
          </a:p>
        </p:txBody>
      </p:sp>
      <p:sp>
        <p:nvSpPr>
          <p:cNvPr id="625" name="Google Shape;625;p67"/>
          <p:cNvSpPr txBox="1"/>
          <p:nvPr/>
        </p:nvSpPr>
        <p:spPr>
          <a:xfrm rot="-331999">
            <a:off x="5570685" y="2961511"/>
            <a:ext cx="1273534" cy="3077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/>
            <a:r>
              <a:rPr lang="en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Response 1</a:t>
            </a:r>
            <a:endParaRPr sz="1400"/>
          </a:p>
        </p:txBody>
      </p:sp>
      <p:sp>
        <p:nvSpPr>
          <p:cNvPr id="626" name="Google Shape;626;p67"/>
          <p:cNvSpPr txBox="1"/>
          <p:nvPr/>
        </p:nvSpPr>
        <p:spPr>
          <a:xfrm rot="-205015">
            <a:off x="5619861" y="3306360"/>
            <a:ext cx="1273464" cy="3077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/>
            <a:r>
              <a:rPr lang="en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Response 2</a:t>
            </a:r>
            <a:endParaRPr sz="1400"/>
          </a:p>
        </p:txBody>
      </p:sp>
      <p:sp>
        <p:nvSpPr>
          <p:cNvPr id="627" name="Google Shape;627;p67"/>
          <p:cNvSpPr txBox="1"/>
          <p:nvPr/>
        </p:nvSpPr>
        <p:spPr>
          <a:xfrm rot="266697">
            <a:off x="5619820" y="3954352"/>
            <a:ext cx="1273530" cy="3077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/>
            <a:r>
              <a:rPr lang="en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Response N</a:t>
            </a:r>
            <a:endParaRPr sz="1400"/>
          </a:p>
        </p:txBody>
      </p:sp>
      <p:sp>
        <p:nvSpPr>
          <p:cNvPr id="628" name="Google Shape;628;p67"/>
          <p:cNvSpPr/>
          <p:nvPr/>
        </p:nvSpPr>
        <p:spPr>
          <a:xfrm>
            <a:off x="7038695" y="2982338"/>
            <a:ext cx="1742500" cy="1553100"/>
          </a:xfrm>
          <a:prstGeom prst="roundRect">
            <a:avLst>
              <a:gd name="adj" fmla="val 16667"/>
            </a:avLst>
          </a:prstGeom>
          <a:solidFill>
            <a:srgbClr val="7BC0C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endParaRPr sz="16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9" name="Google Shape;629;p67"/>
          <p:cNvSpPr txBox="1"/>
          <p:nvPr/>
        </p:nvSpPr>
        <p:spPr>
          <a:xfrm>
            <a:off x="7043615" y="3348399"/>
            <a:ext cx="1742500" cy="8309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/>
            <a:r>
              <a:rPr lang="en" sz="16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Target-Task-</a:t>
            </a:r>
            <a:endParaRPr sz="1600" b="1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algn="ctr"/>
            <a:r>
              <a:rPr lang="en" sz="16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Guided Aggregation</a:t>
            </a:r>
            <a:endParaRPr sz="1400" dirty="0"/>
          </a:p>
        </p:txBody>
      </p:sp>
      <p:sp>
        <p:nvSpPr>
          <p:cNvPr id="630" name="Google Shape;630;p67"/>
          <p:cNvSpPr/>
          <p:nvPr/>
        </p:nvSpPr>
        <p:spPr>
          <a:xfrm>
            <a:off x="8780171" y="3693628"/>
            <a:ext cx="596100" cy="143700"/>
          </a:xfrm>
          <a:prstGeom prst="rightArrow">
            <a:avLst>
              <a:gd name="adj1" fmla="val 30191"/>
              <a:gd name="adj2" fmla="val 50000"/>
            </a:avLst>
          </a:prstGeom>
          <a:solidFill>
            <a:srgbClr val="A5A5A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endParaRPr sz="16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1" name="Google Shape;631;p67"/>
          <p:cNvSpPr/>
          <p:nvPr/>
        </p:nvSpPr>
        <p:spPr>
          <a:xfrm>
            <a:off x="9376247" y="3406888"/>
            <a:ext cx="1293300" cy="708200"/>
          </a:xfrm>
          <a:prstGeom prst="roundRect">
            <a:avLst>
              <a:gd name="adj" fmla="val 16667"/>
            </a:avLst>
          </a:prstGeom>
          <a:solidFill>
            <a:srgbClr val="BFDFD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endParaRPr sz="16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2" name="Google Shape;632;p67"/>
          <p:cNvSpPr txBox="1"/>
          <p:nvPr/>
        </p:nvSpPr>
        <p:spPr>
          <a:xfrm>
            <a:off x="9392808" y="3439151"/>
            <a:ext cx="1273500" cy="584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/>
            <a:r>
              <a:rPr lang="en" sz="16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Final Response</a:t>
            </a:r>
            <a:endParaRPr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863</TotalTime>
  <Words>129</Words>
  <Application>Microsoft Macintosh PowerPoint</Application>
  <PresentationFormat>Widescreen</PresentationFormat>
  <Paragraphs>45</Paragraphs>
  <Slides>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Office Theme</vt:lpstr>
      <vt:lpstr>Defenses against Prompt Injection</vt:lpstr>
      <vt:lpstr>General strategy</vt:lpstr>
      <vt:lpstr>Prevention</vt:lpstr>
      <vt:lpstr>Prompt engineering</vt:lpstr>
      <vt:lpstr>Fine-tuning LLM</vt:lpstr>
      <vt:lpstr>Secure Inference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Logistics</dc:title>
  <dc:creator>Microsoft Office User</dc:creator>
  <cp:lastModifiedBy>Zhenqiang Gong</cp:lastModifiedBy>
  <cp:revision>127</cp:revision>
  <cp:lastPrinted>2026-01-21T16:48:30Z</cp:lastPrinted>
  <dcterms:created xsi:type="dcterms:W3CDTF">2017-01-06T20:35:37Z</dcterms:created>
  <dcterms:modified xsi:type="dcterms:W3CDTF">2026-01-25T15:16:31Z</dcterms:modified>
</cp:coreProperties>
</file>